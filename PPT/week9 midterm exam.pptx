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804" autoAdjust="0"/>
  </p:normalViewPr>
  <p:slideViewPr>
    <p:cSldViewPr snapToGrid="0">
      <p:cViewPr varScale="1">
        <p:scale>
          <a:sx n="74" d="100"/>
          <a:sy n="74" d="100"/>
        </p:scale>
        <p:origin x="31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21186-CFEC-16CF-F6B8-1DAB97A5A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E76598-B41B-444D-E629-A372CD9DB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8B446-E4B7-FB1D-B190-D6E9CA252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358BA-4FE0-A7A3-641C-818318349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3733F-78EE-C98F-293B-191E14C17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45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77F89-D44B-21C4-38D9-C20EC8ED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46CAA-67FD-8C2F-1639-AD2B837A7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83AB0-3D9E-80E1-B436-A2EB62746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DC3A2-DD63-A1F6-987C-47D139E0B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80310-89EC-A55C-BE8D-909A9620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5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F2E0E-549E-BF43-F714-4E53424E6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648E8-0BB3-7219-DFD4-4A81D34AD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CC848-25D3-D613-2BF6-CAC3FB4F6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A2C5C-ADD5-FB44-C48A-FD90D5324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FD8AF-629A-3643-4326-EB9DF7C9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9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E3BF-5184-DB51-07E8-ABACFE34D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43901-00A0-2BBA-2F81-E78DE5CC2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BAF4CB-D152-CF38-F5C0-AE7C9B181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2CE73-7711-2C75-A15A-75DADD4C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89FE5-034A-83A5-5FDE-E3580FB86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D3D70-40BC-26EB-A9A6-3E809A85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4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3F53E-B6A9-A21F-7DA8-C55785654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EF8E-7917-14EC-34F0-17DA3AB90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1EE18-02CF-ACAF-F0DF-9066623A6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555181-72D0-8EA5-F7C4-4CF866142E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E59BA-61A0-DD7F-4648-B4DA31EFE0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F250D-C6DD-729C-9E1F-6DD5CC245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B84C8B-3A6F-1AB2-A5F3-CEA873C31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7AD89-CB9E-32CF-26DE-E5A092F33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5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85344-0F83-CD31-C70F-936236C3C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34D3DF-7A9E-5B3B-DC02-AFB377C42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B3855-6D14-6511-2E5D-65F377BC5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4461E-D5C6-B49D-CE1D-4F6F275AA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12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980311-DAEC-E28B-7FB8-EC2B3F6F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8CEDAB-8B0F-D3C7-025A-40B04AF16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5FCE2-56BB-9EDA-E9C8-AEAC39A6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14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4D50-D786-FD7E-CCA8-AC1026FA5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E3FB0-039E-CA9A-705F-D031418D1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B7A25-2A46-3321-9B0A-CF20DA8C9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F51C8-9695-35F6-66E9-C072F38CB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8A5C9-A86C-AFEE-F4BA-58622E63D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4F86B-EB1A-AC5E-2080-A1F73E89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70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C595-9004-4094-F896-8FB5AB5D5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66B99-35B1-5328-1341-4E20CCEDB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134A7-C6F1-F6BD-2CBB-DEB4892BB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9233C-E7B3-5999-71A8-6AAC76B9D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38A15-B612-E8C7-837D-D2D4198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2D442-C252-BDFE-BA40-A70523209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2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F95CE-49D0-8CE8-C8D4-C45E96337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6A1A5-A2EC-120A-54B1-8C8D7BAD0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CFD85-70A3-400D-E725-73C2A2D1B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5E7C7-CF6D-064F-3A97-828B3D41E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08DD7-BC48-392A-6AD5-620736FDE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53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F77D35-303A-5E34-A9D2-5BE647F7A3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E33B2-2883-45BE-0FA8-6D07115B8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C570D-B8A0-F86F-BB15-BFA16C37A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3967A-3771-A26D-28FE-81CA9E88D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F3BB9-02EA-C0B3-506D-12BEBC831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08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49A89D-3A94-2825-3A96-4EDCEB165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2AFDE-41AC-8277-0B75-8BA0148D0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5B9AF-544B-049D-9A29-4553BE033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F36D5-914E-4A79-97F5-3E1F9605AAA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9A12A-D376-6AEB-B1B2-F0DBCF6A95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6FEAD-63A8-A913-58AE-1A193E8DD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6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3E04E-9DBD-AB8D-D5B2-F65028E5A9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/>
              <a:t>進階佈線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93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FFBEC-F4CF-F077-F1ED-E2B43AA5B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37765"/>
          </a:xfrm>
        </p:spPr>
        <p:txBody>
          <a:bodyPr>
            <a:normAutofit fontScale="90000"/>
          </a:bodyPr>
          <a:lstStyle/>
          <a:p>
            <a:r>
              <a:rPr lang="en-US"/>
              <a:t>Arduino Nano </a:t>
            </a:r>
            <a:r>
              <a:rPr lang="zh-TW" altLang="en-US"/>
              <a:t>佈局練習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600E0-A9B8-4CEB-15EF-171E69278504}"/>
              </a:ext>
            </a:extLst>
          </p:cNvPr>
          <p:cNvSpPr txBox="1"/>
          <p:nvPr/>
        </p:nvSpPr>
        <p:spPr>
          <a:xfrm>
            <a:off x="0" y="637765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https://docs.arduino.cc/hardware/nano-every/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D34EB9-900F-C2B7-9A2F-0B80703C0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355" y="1007097"/>
            <a:ext cx="8771368" cy="569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1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E940D-5094-A2E2-A5E3-CFD5DD8E0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F3808E-6511-9542-AFE3-DD5BEC0EE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843" y="1124350"/>
            <a:ext cx="7885026" cy="56130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6651C4-B178-AA10-C04D-DA6345C8C57A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點選 “</a:t>
            </a:r>
            <a:r>
              <a:rPr lang="en-US"/>
              <a:t>File”, choose “New project”</a:t>
            </a:r>
          </a:p>
        </p:txBody>
      </p:sp>
    </p:spTree>
    <p:extLst>
      <p:ext uri="{BB962C8B-B14F-4D97-AF65-F5344CB8AC3E}">
        <p14:creationId xmlns:p14="http://schemas.microsoft.com/office/powerpoint/2010/main" val="2426376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02402-DBD7-3D33-BE26-AA242DE73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A030-0EFB-A62C-BE7A-A4FCD7C7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6E306F-059C-F1ED-4B91-867D058E00C2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選擇 </a:t>
            </a:r>
            <a:r>
              <a:rPr lang="en-US"/>
              <a:t>Arduino nano.kicad_sch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9DF563-9E69-D421-B154-8C6796F75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26" y="968849"/>
            <a:ext cx="10108948" cy="53496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7E5474C-ADB4-3419-3BD6-947794B17F60}"/>
              </a:ext>
            </a:extLst>
          </p:cNvPr>
          <p:cNvSpPr/>
          <p:nvPr/>
        </p:nvSpPr>
        <p:spPr>
          <a:xfrm>
            <a:off x="10852220" y="1959429"/>
            <a:ext cx="442127" cy="2512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90375-F311-2123-2366-63F76DC2094C}"/>
              </a:ext>
            </a:extLst>
          </p:cNvPr>
          <p:cNvSpPr txBox="1"/>
          <p:nvPr/>
        </p:nvSpPr>
        <p:spPr>
          <a:xfrm>
            <a:off x="9327202" y="1887471"/>
            <a:ext cx="15250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點選 </a:t>
            </a:r>
            <a:r>
              <a:rPr lang="en-US"/>
              <a:t>here to place </a:t>
            </a:r>
            <a:r>
              <a:rPr lang="zh-TW" altLang="en-US"/>
              <a:t>符號 </a:t>
            </a:r>
            <a:r>
              <a:rPr lang="en-US"/>
              <a:t>or press “a”</a:t>
            </a:r>
          </a:p>
        </p:txBody>
      </p:sp>
    </p:spTree>
    <p:extLst>
      <p:ext uri="{BB962C8B-B14F-4D97-AF65-F5344CB8AC3E}">
        <p14:creationId xmlns:p14="http://schemas.microsoft.com/office/powerpoint/2010/main" val="2326824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D50BB-892D-937D-0001-414D2AAE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D7EE-E255-B6B8-FED6-0BD7A545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8A0DF0-C7ED-C1F3-BE3C-37F32A2F5758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從資料手冊中選擇所有元件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A371CC-0D07-3664-EE4B-AB8093A1E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405" y="1063152"/>
            <a:ext cx="7345730" cy="571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40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EA771-AFB4-459D-53C0-6C858B725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7EB09-6814-F172-411F-3EDF89F33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39CA73-F5D3-02B8-5B17-90917EBCDCA4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從資料手冊中選擇所有元件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0BECF1-3171-47B5-B14F-174A9ADEE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726" y="1064878"/>
            <a:ext cx="7169361" cy="556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35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8D819-DB75-CC8A-1A93-1C0050247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91F67-4A6A-D2C0-462B-CBF9045B7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5E9D0B-41B8-A559-43A3-38CE468516F8}"/>
              </a:ext>
            </a:extLst>
          </p:cNvPr>
          <p:cNvSpPr txBox="1"/>
          <p:nvPr/>
        </p:nvSpPr>
        <p:spPr>
          <a:xfrm>
            <a:off x="0" y="693229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從資料手冊中選擇所有元件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258737-BA3B-969E-817C-03AB88603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351" y="82517"/>
            <a:ext cx="7342168" cy="669296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40F91B7-A7A8-6269-5DD7-B77237C43331}"/>
              </a:ext>
            </a:extLst>
          </p:cNvPr>
          <p:cNvSpPr/>
          <p:nvPr/>
        </p:nvSpPr>
        <p:spPr>
          <a:xfrm>
            <a:off x="7817618" y="0"/>
            <a:ext cx="3944901" cy="43408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4C091B4-0022-9A5C-1FA2-10F0E0326ADE}"/>
              </a:ext>
            </a:extLst>
          </p:cNvPr>
          <p:cNvCxnSpPr/>
          <p:nvPr/>
        </p:nvCxnSpPr>
        <p:spPr>
          <a:xfrm>
            <a:off x="2231923" y="2517058"/>
            <a:ext cx="55856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5C7362B-4578-2B49-CC52-90E4E8AB678B}"/>
              </a:ext>
            </a:extLst>
          </p:cNvPr>
          <p:cNvSpPr txBox="1"/>
          <p:nvPr/>
        </p:nvSpPr>
        <p:spPr>
          <a:xfrm>
            <a:off x="268598" y="2147037"/>
            <a:ext cx="2051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Footprint </a:t>
            </a:r>
            <a:r>
              <a:rPr lang="zh-TW" altLang="en-US"/>
              <a:t>取決於您的選擇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68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1071C-9BEE-46B3-9CB5-FD5AA3F8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88565-5628-9FF3-1997-71577A6CF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38ADDE-0961-FDC2-C698-040768A1D6E3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從資料手冊中選擇所有元件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61BF93-5418-3220-5E81-118445F92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625" y="968849"/>
            <a:ext cx="7321030" cy="56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07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B4B2C-16FE-62C4-5987-82D79DCF6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6993E-4F94-9FA9-8B8D-095FB1DCD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B49678-CF24-94D5-8A98-51FA772A0CAB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從資料手冊中選擇所有元件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B0E9EF-F1CD-327A-2D35-623E03D3D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0009"/>
            <a:ext cx="5486400" cy="42742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C9AF05-CE7D-ED2B-A3FF-82D508C39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378" y="1210009"/>
            <a:ext cx="5954622" cy="393044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F099E9-79AD-0F43-C82A-6C4A6D2D3610}"/>
              </a:ext>
            </a:extLst>
          </p:cNvPr>
          <p:cNvCxnSpPr/>
          <p:nvPr/>
        </p:nvCxnSpPr>
        <p:spPr>
          <a:xfrm>
            <a:off x="5637826" y="3175231"/>
            <a:ext cx="599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15DF7F6-93EE-50F0-24A0-14B7E1B1BC05}"/>
              </a:ext>
            </a:extLst>
          </p:cNvPr>
          <p:cNvSpPr txBox="1"/>
          <p:nvPr/>
        </p:nvSpPr>
        <p:spPr>
          <a:xfrm>
            <a:off x="151426" y="556628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選擇 </a:t>
            </a:r>
            <a:r>
              <a:rPr lang="en-US"/>
              <a:t>cap and provide cap value</a:t>
            </a:r>
          </a:p>
        </p:txBody>
      </p:sp>
    </p:spTree>
    <p:extLst>
      <p:ext uri="{BB962C8B-B14F-4D97-AF65-F5344CB8AC3E}">
        <p14:creationId xmlns:p14="http://schemas.microsoft.com/office/powerpoint/2010/main" val="2678337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E39B8-56A1-F720-8B04-FE7F9EB9B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95F3-A0D7-FBE7-C26B-4FC6A041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602CC-FD1E-9C63-8797-3A7D1633915D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從資料手冊中選擇所有元件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61C849-58FF-8024-A059-46ECD1FFD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968" y="1003185"/>
            <a:ext cx="7198858" cy="560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445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81E95-6339-2062-7DEB-2A6A10D1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B5AA-0752-3FD1-A079-C387D521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1B3D99-FF4E-772E-0930-A577C0760120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元件旋轉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9CE2C-9A9C-DE15-DC95-EFC036D85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743" y="1342224"/>
            <a:ext cx="2339852" cy="240576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F5F479-0F51-CFC6-98A6-0ABEEBFC236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3716595" y="2545105"/>
            <a:ext cx="260400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F860B4C-50E6-F94C-577D-91FE793F8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596" y="1210435"/>
            <a:ext cx="2126860" cy="26693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97073DA-8279-2101-9116-A5B5A2AC14C6}"/>
              </a:ext>
            </a:extLst>
          </p:cNvPr>
          <p:cNvSpPr txBox="1"/>
          <p:nvPr/>
        </p:nvSpPr>
        <p:spPr>
          <a:xfrm>
            <a:off x="4413911" y="2118853"/>
            <a:ext cx="1209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按下 “</a:t>
            </a:r>
            <a:r>
              <a:rPr lang="en-US"/>
              <a:t>x”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2791FA-5940-8C2A-D815-A4C54F452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743" y="4237824"/>
            <a:ext cx="2339852" cy="24057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8C2C5A4-18E9-0235-7539-90F2F7D8C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595" y="4237824"/>
            <a:ext cx="2845731" cy="2276585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4D9C7C8-31C1-8A79-64E8-B521BCE9AFF0}"/>
              </a:ext>
            </a:extLst>
          </p:cNvPr>
          <p:cNvCxnSpPr>
            <a:cxnSpLocks/>
          </p:cNvCxnSpPr>
          <p:nvPr/>
        </p:nvCxnSpPr>
        <p:spPr>
          <a:xfrm flipV="1">
            <a:off x="3716595" y="5324242"/>
            <a:ext cx="260400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BFF15E4-4EC9-3CC0-E9C3-5140A5E54ACC}"/>
              </a:ext>
            </a:extLst>
          </p:cNvPr>
          <p:cNvSpPr txBox="1"/>
          <p:nvPr/>
        </p:nvSpPr>
        <p:spPr>
          <a:xfrm>
            <a:off x="4413911" y="4897990"/>
            <a:ext cx="1209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按下 “</a:t>
            </a:r>
            <a:r>
              <a:rPr lang="en-US"/>
              <a:t>r”</a:t>
            </a:r>
          </a:p>
        </p:txBody>
      </p:sp>
    </p:spTree>
    <p:extLst>
      <p:ext uri="{BB962C8B-B14F-4D97-AF65-F5344CB8AC3E}">
        <p14:creationId xmlns:p14="http://schemas.microsoft.com/office/powerpoint/2010/main" val="2523283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10D03-46EA-D46B-5CAE-1F05FCC5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52D82-829F-EDE7-6CEF-611BAAEC6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EF61B-F952-9C5A-EB16-679201127A04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將此置於無連接連接器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746344-0D76-FD71-2C98-89A8A0B43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827" y="1199034"/>
            <a:ext cx="7270296" cy="536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923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04354-5655-48BB-F167-D8791808C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E2A68-1533-B22A-4429-D36A4233F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06EA28-DAAF-2C74-BD35-53214D0AB9D5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取出所有元件後，加上標籤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1EEB78-D508-6EAA-0FBF-8CB6C570A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04" y="1103747"/>
            <a:ext cx="9145276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638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AA099-744C-3642-6D9F-8B6320A90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CF32A-4D5F-C5E4-92B3-E69F08B78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0AC7C9-33CF-C642-D974-3BA89E5B1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451" y="609908"/>
            <a:ext cx="8918666" cy="614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41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A5963-630E-5B09-0E5F-0F70DABCA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0C81A-A605-5CCB-05F4-66C44C64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更新 </a:t>
            </a:r>
            <a:r>
              <a:rPr lang="en-US"/>
              <a:t>PCB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B10CBA-11F3-1CC2-C0A5-3D3C0080D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459" y="675895"/>
            <a:ext cx="7141270" cy="578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426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F3BDA-AFA9-CEE5-2A6A-2F143B782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F25F6-64F7-EC06-93F5-B09411F6B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1</a:t>
            </a:r>
            <a:r>
              <a:rPr lang="zh-TW" altLang="en-US"/>
              <a:t>：板子設定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B527A7-44BE-63EB-91D7-070AB3C15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13" y="1459945"/>
            <a:ext cx="5801011" cy="33510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D6671B-8152-80D2-61F4-5ED2ED86A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507" y="1459945"/>
            <a:ext cx="5795224" cy="335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38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21F74-B6BA-BD0D-C3C9-30B8737A1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13BE-82D0-C69F-F66A-551E74698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2</a:t>
            </a:r>
            <a:r>
              <a:rPr lang="zh-TW" altLang="en-US"/>
              <a:t>：將每個分組內的元件按形狀排列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55E4DF-CBDE-0E62-FE10-AF64CEB76065}"/>
              </a:ext>
            </a:extLst>
          </p:cNvPr>
          <p:cNvGrpSpPr/>
          <p:nvPr/>
        </p:nvGrpSpPr>
        <p:grpSpPr>
          <a:xfrm>
            <a:off x="168289" y="2138604"/>
            <a:ext cx="11855422" cy="3755007"/>
            <a:chOff x="168289" y="1296941"/>
            <a:chExt cx="11855422" cy="375500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005927F-E6E7-3D8D-66A9-7D26643A9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8289" y="1459945"/>
              <a:ext cx="5840205" cy="3429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A8C2808-1E7D-1208-212C-B96AF0A98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4709" y="1296941"/>
              <a:ext cx="5169002" cy="3755007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1E86C8D-DB47-CB7D-0724-5A257A6BF24B}"/>
                </a:ext>
              </a:extLst>
            </p:cNvPr>
            <p:cNvCxnSpPr>
              <a:stCxn id="5" idx="3"/>
              <a:endCxn id="8" idx="1"/>
            </p:cNvCxnSpPr>
            <p:nvPr/>
          </p:nvCxnSpPr>
          <p:spPr>
            <a:xfrm>
              <a:off x="6008494" y="3174445"/>
              <a:ext cx="8462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7117F93-2689-B6AC-7A7B-473965861AE1}"/>
              </a:ext>
            </a:extLst>
          </p:cNvPr>
          <p:cNvSpPr txBox="1"/>
          <p:nvPr/>
        </p:nvSpPr>
        <p:spPr>
          <a:xfrm>
            <a:off x="0" y="90739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/>
              <a:t>突出顯示所需排列的區域，接著這些元件將出現在 </a:t>
            </a:r>
            <a:r>
              <a:rPr lang="en-US" altLang="zh-TW" sz="2400"/>
              <a:t>PCB </a:t>
            </a:r>
            <a:r>
              <a:rPr lang="zh-TW" altLang="en-US" sz="2400"/>
              <a:t>編輯器頁面中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452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4C167-6D6E-F409-7493-259EDF75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A4155-1EBB-C692-4722-FCC96D373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2</a:t>
            </a:r>
            <a:r>
              <a:rPr lang="zh-TW" altLang="en-US"/>
              <a:t>：將每個分組內的元件按形狀排列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900133-BA48-240D-FE04-508575707B28}"/>
              </a:ext>
            </a:extLst>
          </p:cNvPr>
          <p:cNvSpPr txBox="1"/>
          <p:nvPr/>
        </p:nvSpPr>
        <p:spPr>
          <a:xfrm>
            <a:off x="0" y="56877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/>
              <a:t>雙擊元件以選擇「</a:t>
            </a:r>
            <a:r>
              <a:rPr lang="en-US" altLang="zh-TW" sz="2400"/>
              <a:t>Properties</a:t>
            </a:r>
            <a:r>
              <a:rPr lang="zh-TW" altLang="en-US" sz="2400"/>
              <a:t>」並設定元件屬性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9FE660-21CB-57DA-FEEC-9A351C33D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373" y="1168288"/>
            <a:ext cx="6019253" cy="553383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0ED78A-6F65-16DD-4EE6-F5E783AE46E8}"/>
              </a:ext>
            </a:extLst>
          </p:cNvPr>
          <p:cNvCxnSpPr/>
          <p:nvPr/>
        </p:nvCxnSpPr>
        <p:spPr>
          <a:xfrm>
            <a:off x="1859973" y="5320145"/>
            <a:ext cx="10806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920540D-8FDC-9001-EA1B-5E3DCCA44508}"/>
              </a:ext>
            </a:extLst>
          </p:cNvPr>
          <p:cNvSpPr txBox="1"/>
          <p:nvPr/>
        </p:nvSpPr>
        <p:spPr>
          <a:xfrm>
            <a:off x="0" y="5143499"/>
            <a:ext cx="1340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X、Y </a:t>
            </a:r>
            <a:r>
              <a:rPr lang="zh-TW" altLang="en-US"/>
              <a:t>位置</a:t>
            </a:r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726DA8-EFC8-91F6-A004-161001EE9C75}"/>
              </a:ext>
            </a:extLst>
          </p:cNvPr>
          <p:cNvCxnSpPr/>
          <p:nvPr/>
        </p:nvCxnSpPr>
        <p:spPr>
          <a:xfrm>
            <a:off x="1870569" y="5697497"/>
            <a:ext cx="10806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843CF9C-4CF6-2E9B-620D-F5322C48F38E}"/>
              </a:ext>
            </a:extLst>
          </p:cNvPr>
          <p:cNvSpPr txBox="1"/>
          <p:nvPr/>
        </p:nvSpPr>
        <p:spPr>
          <a:xfrm>
            <a:off x="-20507" y="5489678"/>
            <a:ext cx="1641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設定方向</a:t>
            </a:r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014229-1262-06B1-7C71-72412DC7436E}"/>
              </a:ext>
            </a:extLst>
          </p:cNvPr>
          <p:cNvCxnSpPr/>
          <p:nvPr/>
        </p:nvCxnSpPr>
        <p:spPr>
          <a:xfrm>
            <a:off x="1870569" y="6043676"/>
            <a:ext cx="10806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B1FD79E-D65C-1292-0D66-BEC8419058F9}"/>
              </a:ext>
            </a:extLst>
          </p:cNvPr>
          <p:cNvSpPr txBox="1"/>
          <p:nvPr/>
        </p:nvSpPr>
        <p:spPr>
          <a:xfrm>
            <a:off x="1" y="5859010"/>
            <a:ext cx="1797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更改元件面（正面或背面）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776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FFE8B-7A1C-724A-C6EB-7077653C1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5481B-FAB6-62D8-EC40-66418CD91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2</a:t>
            </a:r>
            <a:r>
              <a:rPr lang="zh-TW" altLang="en-US"/>
              <a:t>：將每個分組內的元件按形狀排列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FE5244-EB3C-C917-344F-FDE6DFE33019}"/>
              </a:ext>
            </a:extLst>
          </p:cNvPr>
          <p:cNvSpPr txBox="1"/>
          <p:nvPr/>
        </p:nvSpPr>
        <p:spPr>
          <a:xfrm>
            <a:off x="0" y="56877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/>
              <a:t>排列完成後，請繪製外框並設定 </a:t>
            </a:r>
            <a:r>
              <a:rPr lang="en-US" altLang="zh-TW" sz="2400"/>
              <a:t>PCB </a:t>
            </a:r>
            <a:r>
              <a:rPr lang="zh-TW" altLang="en-US" sz="2400"/>
              <a:t>板的網格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4F52910-818B-9D69-8D7B-1A8030C22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702" y="1168288"/>
            <a:ext cx="9420595" cy="526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48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35278-061E-6E63-1A19-6FB27B110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C830F-EE2F-D9FD-089A-9D400ABE8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2</a:t>
            </a:r>
            <a:r>
              <a:rPr lang="zh-TW" altLang="en-US"/>
              <a:t>：將每個分組內的元件按形狀排列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DB9FF1-7CDA-CC8A-5870-E9E7B4B2DA1C}"/>
              </a:ext>
            </a:extLst>
          </p:cNvPr>
          <p:cNvSpPr txBox="1"/>
          <p:nvPr/>
        </p:nvSpPr>
        <p:spPr>
          <a:xfrm>
            <a:off x="0" y="56877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/>
              <a:t>在正面與背面圖層之間切換以進行繪製，並按「</a:t>
            </a:r>
            <a:r>
              <a:rPr lang="en-US" altLang="zh-TW" sz="2400"/>
              <a:t>e</a:t>
            </a:r>
            <a:r>
              <a:rPr lang="zh-TW" altLang="en-US" sz="2400"/>
              <a:t>」鍵更改線寬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4E514-B1B5-82FD-88E7-1BCFAD1B7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433" y="1288530"/>
            <a:ext cx="2838846" cy="53823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A920C9-7F12-BB3B-31F1-75FCCD6E1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706" y="1911928"/>
            <a:ext cx="5624936" cy="394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460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EB4C0-6B3E-850D-8A14-CB476E19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07D95-FF92-1721-B6F1-3ABFFDC69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3</a:t>
            </a:r>
            <a:r>
              <a:rPr lang="zh-TW" altLang="en-US"/>
              <a:t>：將每個分組內的元件按形狀排列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BDDFF8-B45A-B8EA-8B79-20A86307C29D}"/>
              </a:ext>
            </a:extLst>
          </p:cNvPr>
          <p:cNvSpPr txBox="1"/>
          <p:nvPr/>
        </p:nvSpPr>
        <p:spPr>
          <a:xfrm>
            <a:off x="0" y="568771"/>
            <a:ext cx="121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>
                <a:latin typeface="Arial" panose="020B0604020202020204" pitchFamily="34" charset="0"/>
                <a:cs typeface="Arial" panose="020B0604020202020204" pitchFamily="34" charset="0"/>
              </a:rPr>
              <a:t>USB D+ </a:t>
            </a:r>
            <a:r>
              <a:rPr lang="zh-TW" altLang="en-US" sz="2200">
                <a:latin typeface="Arial" panose="020B0604020202020204" pitchFamily="34" charset="0"/>
                <a:cs typeface="Arial" panose="020B0604020202020204" pitchFamily="34" charset="0"/>
              </a:rPr>
              <a:t>與 </a:t>
            </a:r>
            <a:r>
              <a:rPr lang="en-US" altLang="zh-TW" sz="2200">
                <a:latin typeface="Arial" panose="020B0604020202020204" pitchFamily="34" charset="0"/>
                <a:cs typeface="Arial" panose="020B0604020202020204" pitchFamily="34" charset="0"/>
              </a:rPr>
              <a:t>USB D- </a:t>
            </a:r>
            <a:r>
              <a:rPr lang="zh-TW" altLang="en-US" sz="2200">
                <a:latin typeface="Arial" panose="020B0604020202020204" pitchFamily="34" charset="0"/>
                <a:cs typeface="Arial" panose="020B0604020202020204" pitchFamily="34" charset="0"/>
              </a:rPr>
              <a:t>的差分佈線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5E0930-D426-CADB-AE17-278E05F13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67" y="1414670"/>
            <a:ext cx="3572374" cy="32389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5E79F09-6E13-4932-3019-37759634FDDC}"/>
              </a:ext>
            </a:extLst>
          </p:cNvPr>
          <p:cNvSpPr/>
          <p:nvPr/>
        </p:nvSpPr>
        <p:spPr>
          <a:xfrm>
            <a:off x="246967" y="2587336"/>
            <a:ext cx="3572374" cy="374073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9860C3-93CF-C14F-7E8F-68A7BCF38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282" y="1168288"/>
            <a:ext cx="6861829" cy="426246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A7F2F11-7428-DC7B-54CA-78D402911D26}"/>
              </a:ext>
            </a:extLst>
          </p:cNvPr>
          <p:cNvCxnSpPr/>
          <p:nvPr/>
        </p:nvCxnSpPr>
        <p:spPr>
          <a:xfrm>
            <a:off x="3819341" y="3574473"/>
            <a:ext cx="877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9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4C5AF-98C1-936B-9C09-0FB82E42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F6C9C-F570-A462-280C-B1E69FE32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3</a:t>
            </a:r>
            <a:r>
              <a:rPr lang="zh-TW" altLang="en-US"/>
              <a:t>：將每個分組內的元件按形狀排列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F26DBB-3A2C-D226-18E5-8B88456B0269}"/>
              </a:ext>
            </a:extLst>
          </p:cNvPr>
          <p:cNvSpPr txBox="1"/>
          <p:nvPr/>
        </p:nvSpPr>
        <p:spPr>
          <a:xfrm>
            <a:off x="0" y="599517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/>
              <a:t>選擇 </a:t>
            </a:r>
            <a:r>
              <a:rPr lang="en-US" altLang="zh-TW" sz="2400"/>
              <a:t>Draw Filler Zone</a:t>
            </a:r>
            <a:r>
              <a:rPr lang="zh-TW" altLang="en-US" sz="2400"/>
              <a:t>，選擇 </a:t>
            </a:r>
            <a:r>
              <a:rPr lang="en-US" altLang="zh-TW" sz="2400"/>
              <a:t>Net</a:t>
            </a:r>
            <a:r>
              <a:rPr lang="zh-TW" altLang="en-US" sz="2400"/>
              <a:t>，在此我們選擇「</a:t>
            </a:r>
            <a:r>
              <a:rPr lang="en-US" altLang="zh-TW" sz="2400"/>
              <a:t>GND</a:t>
            </a:r>
            <a:r>
              <a:rPr lang="zh-TW" altLang="en-US" sz="2400"/>
              <a:t>」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ECD2BE-6C9E-31D9-8EB0-4FED8879F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461" y="1261379"/>
            <a:ext cx="6407647" cy="489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549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D74DA-6002-3E62-AD3D-2CAD9D957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991DE-4F6D-5921-4160-03F92919C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3</a:t>
            </a:r>
            <a:r>
              <a:rPr lang="zh-TW" altLang="en-US"/>
              <a:t>：將每個分組內的元件按形狀排列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F4F121-FFED-C0A3-E6AA-9FEE97CD9DB8}"/>
              </a:ext>
            </a:extLst>
          </p:cNvPr>
          <p:cNvSpPr txBox="1"/>
          <p:nvPr/>
        </p:nvSpPr>
        <p:spPr>
          <a:xfrm>
            <a:off x="0" y="599517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/>
              <a:t>選擇 </a:t>
            </a:r>
            <a:r>
              <a:rPr lang="en-US" altLang="zh-TW" sz="2400"/>
              <a:t>Draw Filler Zone</a:t>
            </a:r>
            <a:r>
              <a:rPr lang="zh-TW" altLang="en-US" sz="2400"/>
              <a:t>，選擇 </a:t>
            </a:r>
            <a:r>
              <a:rPr lang="en-US" altLang="zh-TW" sz="2400"/>
              <a:t>Net</a:t>
            </a:r>
            <a:r>
              <a:rPr lang="zh-TW" altLang="en-US" sz="2400"/>
              <a:t>，在此我們選擇「</a:t>
            </a:r>
            <a:r>
              <a:rPr lang="en-US" altLang="zh-TW" sz="2400"/>
              <a:t>GND</a:t>
            </a:r>
            <a:r>
              <a:rPr lang="zh-TW" altLang="en-US" sz="2400"/>
              <a:t>」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A71C8-E41E-3115-043B-1901C0137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103" y="1199034"/>
            <a:ext cx="6347334" cy="52428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288F3C-6075-543B-3AB7-BDE497492F90}"/>
              </a:ext>
            </a:extLst>
          </p:cNvPr>
          <p:cNvSpPr txBox="1"/>
          <p:nvPr/>
        </p:nvSpPr>
        <p:spPr>
          <a:xfrm>
            <a:off x="0" y="1629921"/>
            <a:ext cx="389810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TW" altLang="en-US" sz="2400"/>
              <a:t>在 </a:t>
            </a:r>
            <a:r>
              <a:rPr lang="en-US" altLang="zh-TW" sz="2400"/>
              <a:t>PCB </a:t>
            </a:r>
            <a:r>
              <a:rPr lang="zh-TW" altLang="en-US" sz="2400"/>
              <a:t>佈局上點選您繪製的接地銅皮 </a:t>
            </a:r>
            <a:r>
              <a:rPr lang="en-US" altLang="zh-TW" sz="2400"/>
              <a:t>Outline</a:t>
            </a:r>
            <a:r>
              <a:rPr lang="zh-TW" altLang="en-US" sz="2400"/>
              <a:t>，選擇 </a:t>
            </a:r>
            <a:r>
              <a:rPr lang="en-US" altLang="zh-TW" sz="2400"/>
              <a:t>Zones </a:t>
            </a:r>
            <a:r>
              <a:rPr lang="zh-TW" altLang="en-US" sz="2400"/>
              <a:t>並點選 </a:t>
            </a:r>
            <a:r>
              <a:rPr lang="en-US" altLang="zh-TW" sz="2400"/>
              <a:t>Fill All Zones </a:t>
            </a:r>
            <a:r>
              <a:rPr lang="zh-TW" altLang="en-US" sz="2400"/>
              <a:t>以完成接地銅皮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766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AFDA-22E7-2D45-DA53-3BD9A5B82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CE0-CD0B-72E8-70D3-8B89814D9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3</a:t>
            </a:r>
            <a:r>
              <a:rPr lang="zh-TW" altLang="en-US"/>
              <a:t>：將每個分組內的元件按形狀排列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473555-0FEC-AFD4-1377-A297F6A6904B}"/>
              </a:ext>
            </a:extLst>
          </p:cNvPr>
          <p:cNvGrpSpPr/>
          <p:nvPr/>
        </p:nvGrpSpPr>
        <p:grpSpPr>
          <a:xfrm>
            <a:off x="1122218" y="599517"/>
            <a:ext cx="9674209" cy="6036123"/>
            <a:chOff x="1122218" y="599517"/>
            <a:chExt cx="9674209" cy="60361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0CBB7C1-4102-86A3-6C58-1FBAF2A32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2218" y="599517"/>
              <a:ext cx="9674209" cy="6036123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B1C1A4E-3C8E-22CC-4A55-0A2A9775F2A7}"/>
                </a:ext>
              </a:extLst>
            </p:cNvPr>
            <p:cNvSpPr txBox="1"/>
            <p:nvPr/>
          </p:nvSpPr>
          <p:spPr>
            <a:xfrm>
              <a:off x="1496290" y="623449"/>
              <a:ext cx="912321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TW" altLang="en-US"/>
                <a:t>所有接地過孔將自動連接到此圖層</a:t>
              </a:r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1B9CD61-E526-37D2-2D2D-59AB096F8D60}"/>
                </a:ext>
              </a:extLst>
            </p:cNvPr>
            <p:cNvSpPr txBox="1"/>
            <p:nvPr/>
          </p:nvSpPr>
          <p:spPr>
            <a:xfrm>
              <a:off x="1537855" y="6198509"/>
              <a:ext cx="912321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TW" altLang="en-US"/>
                <a:t>接地過孔會自動連接至接地層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6371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97D38-FE4C-7C28-2CD4-4A781F676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0F074-B70B-2CD1-AF17-0F11F5102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4</a:t>
            </a:r>
            <a:r>
              <a:rPr lang="zh-TW" altLang="en-US"/>
              <a:t>：完成所有走線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3880E8-629E-1332-3823-06519024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39" y="694943"/>
            <a:ext cx="11441122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00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624</Words>
  <Application>Microsoft Office PowerPoint</Application>
  <PresentationFormat>Widescreen</PresentationFormat>
  <Paragraphs>55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進階佈線</vt:lpstr>
      <vt:lpstr>Arduino Nano 佈局練習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更新 PCB</vt:lpstr>
      <vt:lpstr>步驟 1：板子設定</vt:lpstr>
      <vt:lpstr>步驟 2：將每個分組內的元件按形狀排列</vt:lpstr>
      <vt:lpstr>步驟 2：將每個分組內的元件按形狀排列</vt:lpstr>
      <vt:lpstr>步驟 2：將每個分組內的元件按形狀排列</vt:lpstr>
      <vt:lpstr>步驟 2：將每個分組內的元件按形狀排列</vt:lpstr>
      <vt:lpstr>步驟 3：將每個分組內的元件按形狀排列</vt:lpstr>
      <vt:lpstr>步驟 3：將每個分組內的元件按形狀排列</vt:lpstr>
      <vt:lpstr>步驟 3：將每個分組內的元件按形狀排列</vt:lpstr>
      <vt:lpstr>步驟 3：將每個分組內的元件按形狀排列</vt:lpstr>
      <vt:lpstr>步驟 4：完成所有走線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阮黎孝</dc:creator>
  <cp:lastModifiedBy>阮黎孝</cp:lastModifiedBy>
  <cp:revision>7</cp:revision>
  <dcterms:created xsi:type="dcterms:W3CDTF">2026-03-13T03:20:32Z</dcterms:created>
  <dcterms:modified xsi:type="dcterms:W3CDTF">2026-04-02T14:54:03Z</dcterms:modified>
</cp:coreProperties>
</file>